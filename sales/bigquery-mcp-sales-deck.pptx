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A2B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42976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632808" y="1874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DEDFF8"/>
          </a:solidFill>
          <a:ln w="12700">
            <a:solidFill>
              <a:srgbClr val="DEDF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32808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B3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DATA ACCESS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BigQuery Into a Conversation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828800" y="379476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AI-native way to query, analyze, and manage BigQuery through Claude — with cost guardrails and PII protection built in for enterprise conversations.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7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Enablement Overview  ·  bigquery-mcp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A2B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A2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Data Question Becomes a Ticket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00888" y="26060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6E0"/>
            </a:solidFill>
            <a:prstDash val="solid"/>
          </a:ln>
          <a:effectLst>
            <a:outerShdw sx="100000" sy="100000" kx="0" ky="0" algn="bl" rotWithShape="0" blurRad="127000" dist="38100" dir="5400000">
              <a:srgbClr val="9A9A9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20928" y="29718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9" name="Image 0" descr="deck_assets/clock_2A2B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547" y="312541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0928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Wait in Line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20928" y="4389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ad-hoc question queues behind the data team's backlog, delaying decisions by days.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04208" y="26060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6E0"/>
            </a:solidFill>
            <a:prstDash val="solid"/>
          </a:ln>
          <a:effectLst>
            <a:outerShdw sx="100000" sy="100000" kx="0" ky="0" algn="bl" rotWithShape="0" blurRad="127000" dist="38100" dir="5400000">
              <a:srgbClr val="9A9A9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24248" y="29718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14" name="Image 1" descr="deck_assets/alert_2A2B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867" y="312541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4248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AI Access Is Risky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724248" y="4389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agent raw warehouse access and one bad prompt can scan millions of rows — and the bill.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107528" y="260604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7E6E0"/>
            </a:solidFill>
            <a:prstDash val="solid"/>
          </a:ln>
          <a:effectLst>
            <a:outerShdw sx="100000" sy="100000" kx="0" ky="0" algn="bl" rotWithShape="0" blurRad="127000" dist="38100" dir="5400000">
              <a:srgbClr val="9A9A9A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27568" y="2971800"/>
            <a:ext cx="640080" cy="640080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19" name="Image 2" descr="deck_assets/lock_2A2B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187" y="312541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27568" y="3840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Has No Safety Net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27568" y="43891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column-level guardrails, sensitive data can leak straight into an AI conversation.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A2B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A2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Secure Bridge Between Claude and BigQuery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bigquery-mcp lets Claude query, analyze, and manage your warehouse directly — safe enough for enterprise data, useful enough to replace the SQL back-and-forth.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9" name="Image 0" descr="deck_assets/dollar_2A2BD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92498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27432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Guardrails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54480" y="310896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estimated before it runs, with hard byte caps that stop runaway bills.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78728" y="27889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13" name="Image 1" descr="deck_assets/shield_2A2B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790" y="292498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10248" y="274320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/ PHI Auto-Protection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010248" y="310896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columns are auto-detected and masked — no manual maintenance required.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17" name="Image 2" descr="deck_assets/database_2A2B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5709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3891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Job Control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4754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reads: browse schemas, manage tables, and monitor running jobs.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78728" y="44348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DEDFF8"/>
          </a:solidFill>
          <a:ln/>
        </p:spPr>
      </p:sp>
      <p:pic>
        <p:nvPicPr>
          <p:cNvPr id="21" name="Image 3" descr="deck_assets/filetext_2A2BD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790" y="457090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10248" y="4389120"/>
            <a:ext cx="435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10248" y="4754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and cost is logged, reviewable anytime for compliance.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2A2BD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2A2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English. Get Answers Safely.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38048" y="2331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3255C"/>
          </a:solidFill>
          <a:ln/>
        </p:spPr>
      </p:sp>
      <p:pic>
        <p:nvPicPr>
          <p:cNvPr id="8" name="Image 0" descr="deck_assets/mess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110" y="246778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6956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Ask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8048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asks a question in plain English — no SQL required.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49928" y="2331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3255C"/>
          </a:solidFill>
          <a:ln/>
        </p:spPr>
      </p:sp>
      <p:pic>
        <p:nvPicPr>
          <p:cNvPr id="12" name="Image 1" descr="deck_assets/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990" y="246778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8144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49928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drafts the query; guardrails estimate cost and check for sensitive data.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1808" y="233172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3255C"/>
          </a:solidFill>
          <a:ln/>
        </p:spPr>
      </p:sp>
      <p:pic>
        <p:nvPicPr>
          <p:cNvPr id="16" name="Image 2" descr="deck_asset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870" y="246778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93328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Answer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61808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B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come back fast, on budget, with every step logged for audit.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158088" y="44348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D1F45"/>
          </a:solidFill>
          <a:ln w="12700">
            <a:solidFill>
              <a:srgbClr val="33356E"/>
            </a:solidFill>
            <a:prstDash val="solid"/>
          </a:ln>
        </p:spPr>
      </p:sp>
      <p:pic>
        <p:nvPicPr>
          <p:cNvPr id="20" name="Image 3" descr="deck_asset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680" y="456285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61008" y="4434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time-to-insight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541368" y="44348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D1F45"/>
          </a:solidFill>
          <a:ln w="12700">
            <a:solidFill>
              <a:srgbClr val="33356E"/>
            </a:solidFill>
            <a:prstDash val="solid"/>
          </a:ln>
        </p:spPr>
      </p:sp>
      <p:pic>
        <p:nvPicPr>
          <p:cNvPr id="23" name="Image 4" descr="deck_assets/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960" y="4562856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44288" y="4434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data-team bottleneck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924648" y="443484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1D1F45"/>
          </a:solidFill>
          <a:ln w="12700">
            <a:solidFill>
              <a:srgbClr val="33356E"/>
            </a:solidFill>
            <a:prstDash val="solid"/>
          </a:ln>
        </p:spPr>
      </p:sp>
      <p:pic>
        <p:nvPicPr>
          <p:cNvPr id="26" name="Image 5" descr="deck_assets/che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240" y="4562856"/>
            <a:ext cx="246888" cy="2468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427568" y="4434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 security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914400" y="534924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give your team safe, conversational access to BigQuery?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4998568" y="585216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2A2BD8"/>
          </a:solidFill>
          <a:ln/>
        </p:spPr>
      </p:sp>
      <p:sp>
        <p:nvSpPr>
          <p:cNvPr id="30" name="Text 22"/>
          <p:cNvSpPr/>
          <p:nvPr/>
        </p:nvSpPr>
        <p:spPr>
          <a:xfrm>
            <a:off x="4998568" y="58521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Sales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7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gami-solutions.com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2026-07-21T09:28:24Z</dcterms:created>
  <dcterms:modified xsi:type="dcterms:W3CDTF">2026-07-21T09:28:24Z</dcterms:modified>
</cp:coreProperties>
</file>